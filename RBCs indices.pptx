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55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972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73315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717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8198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1581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917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229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4677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5964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147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1BDE7-172B-4752-90CC-8F6CFDE5CFFE}" type="datetimeFigureOut">
              <a:rPr lang="en-IE" smtClean="0"/>
              <a:t>22/10/2022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03B84-36D8-4E98-A143-1B07281803C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795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52BE83D-1C3D-4EF5-A87B-6D32E3F9F8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3" b="21651"/>
          <a:stretch/>
        </p:blipFill>
        <p:spPr>
          <a:xfrm>
            <a:off x="1210567" y="179881"/>
            <a:ext cx="6722866" cy="649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77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B085A5B-0DA6-4854-BF09-BE50A53129EB}"/>
              </a:ext>
            </a:extLst>
          </p:cNvPr>
          <p:cNvGrpSpPr/>
          <p:nvPr/>
        </p:nvGrpSpPr>
        <p:grpSpPr>
          <a:xfrm>
            <a:off x="1323777" y="17418"/>
            <a:ext cx="6496443" cy="6840582"/>
            <a:chOff x="1323777" y="17418"/>
            <a:chExt cx="6496443" cy="6840582"/>
          </a:xfrm>
        </p:grpSpPr>
        <p:pic>
          <p:nvPicPr>
            <p:cNvPr id="3" name="Picture 2" descr="Diagram, schematic&#10;&#10;Description automatically generated">
              <a:extLst>
                <a:ext uri="{FF2B5EF4-FFF2-40B4-BE49-F238E27FC236}">
                  <a16:creationId xmlns:a16="http://schemas.microsoft.com/office/drawing/2014/main" id="{D353DA87-FB77-40F3-8CB9-2B30D9B8D1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71" b="24952"/>
            <a:stretch/>
          </p:blipFill>
          <p:spPr>
            <a:xfrm>
              <a:off x="1323777" y="1123406"/>
              <a:ext cx="6496443" cy="5734594"/>
            </a:xfrm>
            <a:prstGeom prst="rect">
              <a:avLst/>
            </a:prstGeom>
          </p:spPr>
        </p:pic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27D19A1D-7762-41AB-9975-7AB650C4DB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317" b="7669"/>
            <a:stretch/>
          </p:blipFill>
          <p:spPr>
            <a:xfrm>
              <a:off x="1323777" y="17418"/>
              <a:ext cx="6496443" cy="1105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445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5E07692-57F4-42E8-9E82-909E9913A6F4}"/>
              </a:ext>
            </a:extLst>
          </p:cNvPr>
          <p:cNvGrpSpPr/>
          <p:nvPr/>
        </p:nvGrpSpPr>
        <p:grpSpPr>
          <a:xfrm>
            <a:off x="853514" y="1045034"/>
            <a:ext cx="7263115" cy="4936168"/>
            <a:chOff x="853514" y="1045034"/>
            <a:chExt cx="7263115" cy="4936168"/>
          </a:xfrm>
        </p:grpSpPr>
        <p:pic>
          <p:nvPicPr>
            <p:cNvPr id="3" name="Picture 2" descr="Text, letter&#10;&#10;Description automatically generated">
              <a:extLst>
                <a:ext uri="{FF2B5EF4-FFF2-40B4-BE49-F238E27FC236}">
                  <a16:creationId xmlns:a16="http://schemas.microsoft.com/office/drawing/2014/main" id="{E3903FD9-28B8-487B-8FB5-CBEC6E3C0B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22" b="56825"/>
            <a:stretch/>
          </p:blipFill>
          <p:spPr>
            <a:xfrm>
              <a:off x="853515" y="2612571"/>
              <a:ext cx="7263114" cy="3368631"/>
            </a:xfrm>
            <a:prstGeom prst="rect">
              <a:avLst/>
            </a:prstGeom>
          </p:spPr>
        </p:pic>
        <p:pic>
          <p:nvPicPr>
            <p:cNvPr id="4" name="Picture 3" descr="Diagram, schematic&#10;&#10;Description automatically generated">
              <a:extLst>
                <a:ext uri="{FF2B5EF4-FFF2-40B4-BE49-F238E27FC236}">
                  <a16:creationId xmlns:a16="http://schemas.microsoft.com/office/drawing/2014/main" id="{392696BC-FE4C-406F-8361-787516C7B8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613" b="7890"/>
            <a:stretch/>
          </p:blipFill>
          <p:spPr>
            <a:xfrm>
              <a:off x="853514" y="1045034"/>
              <a:ext cx="7263114" cy="1567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04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Abdulla, Mohammed</dc:creator>
  <cp:lastModifiedBy>Abdulla, Mohammed</cp:lastModifiedBy>
  <cp:revision>1</cp:revision>
  <dcterms:created xsi:type="dcterms:W3CDTF">2022-10-22T10:32:01Z</dcterms:created>
  <dcterms:modified xsi:type="dcterms:W3CDTF">2022-10-22T10:44:40Z</dcterms:modified>
</cp:coreProperties>
</file>